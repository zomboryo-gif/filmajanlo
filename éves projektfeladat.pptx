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0D682-70AE-DE69-E487-42E08304B291}" v="2" dt="2026-05-31T20:09:52.118"/>
    <p1510:client id="{ECD80508-18CF-4257-9BEE-2ACF88D7BE59}" v="128" dt="2026-05-31T19:55:09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3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9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1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0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9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1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1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3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20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44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05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62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85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97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6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6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Film és Sorozat Ajánló Weboldal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Készítette : Sólyom Kende és Zombory Olivér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180736-040C-9247-5683-DD802946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A projekt bemutatása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380A53-1E80-8847-B01C-9F9630084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u-HU" dirty="0">
                <a:ea typeface="+mn-lt"/>
                <a:cs typeface="+mn-lt"/>
              </a:rPr>
              <a:t>A mai világban nagyon népszerűek a streaming szolgáltatások és a filmes weboldalak. Az emberek sokszor keresnek ajánlásokat arról, hogy mit érdemes megnézni.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Ezért készítettünk egy olyan weboldalt, amely: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bemutat különböző filmeket,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kategóriák szerint rendezi őket,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modern megjelenést biztosít,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egyszerűen használható.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A célunk az volt, hogy egy olyan oldalt hozzak létre, amely hasonlít a mai streaming oldalak stílusához.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8219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93DFF0-E4A8-3AB1-7AD0-9E2F923C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A weboldal felépítése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848661-4BCB-BAB0-C17D-EDAACC5E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954246" cy="37211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hu-HU" sz="1900" dirty="0">
                <a:ea typeface="+mn-lt"/>
                <a:cs typeface="+mn-lt"/>
              </a:rPr>
              <a:t>A weboldal több különálló részből épül fel.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Ezek a következők: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Fejléc </a:t>
            </a:r>
            <a:endParaRPr lang="hu-HU" sz="1900" dirty="0"/>
          </a:p>
          <a:p>
            <a:r>
              <a:rPr lang="hu-HU" sz="1900" dirty="0" err="1">
                <a:ea typeface="+mn-lt"/>
                <a:cs typeface="+mn-lt"/>
              </a:rPr>
              <a:t>Hero</a:t>
            </a:r>
            <a:r>
              <a:rPr lang="hu-HU" sz="1900" dirty="0">
                <a:ea typeface="+mn-lt"/>
                <a:cs typeface="+mn-lt"/>
              </a:rPr>
              <a:t> szekció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Kategóriák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Filmkártyák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Lábléc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részek logikus sorrendben követik egymást, így a látogató könnyen eligazodik az oldalon.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felépítés azért fontos, mert egy jól szervezett weboldal sokkal könnyebben használható.</a:t>
            </a:r>
            <a:endParaRPr lang="hu-HU" sz="19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0815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2F640B-7297-069B-9132-46649D016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A fejléc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7EDE4C-762C-7B91-51B6-3507A3CC8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954246" cy="405976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 sz="1900" dirty="0">
                <a:ea typeface="+mn-lt"/>
                <a:cs typeface="+mn-lt"/>
              </a:rPr>
              <a:t>A fejléc tartalmazza: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az oldal címét,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navigációs menüt.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menüben a következő elemek találhatók: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Főoldal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Filmek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Sorozatok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Kapcsolat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fejléc „</a:t>
            </a:r>
            <a:r>
              <a:rPr lang="hu-HU" sz="1900" dirty="0" err="1">
                <a:ea typeface="+mn-lt"/>
                <a:cs typeface="+mn-lt"/>
              </a:rPr>
              <a:t>sticky</a:t>
            </a:r>
            <a:r>
              <a:rPr lang="hu-HU" sz="1900" dirty="0">
                <a:ea typeface="+mn-lt"/>
                <a:cs typeface="+mn-lt"/>
              </a:rPr>
              <a:t>” tulajdonságot kapott, ami azt jelenti, hogy görgetés közben is a képernyő tetején marad.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Ez javítja a felhasználói élményt, mert a menü mindig elérhető.</a:t>
            </a:r>
            <a:endParaRPr lang="hu-HU" sz="19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66005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532796-8627-2EC6-0275-2A3D52374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Hero szekció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3A40A9-7B7F-65EA-7886-032661BD0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u-HU" dirty="0">
                <a:ea typeface="+mn-lt"/>
                <a:cs typeface="+mn-lt"/>
              </a:rPr>
              <a:t>A </a:t>
            </a:r>
            <a:r>
              <a:rPr lang="hu-HU" dirty="0" err="1">
                <a:ea typeface="+mn-lt"/>
                <a:cs typeface="+mn-lt"/>
              </a:rPr>
              <a:t>hero</a:t>
            </a:r>
            <a:r>
              <a:rPr lang="hu-HU" dirty="0">
                <a:ea typeface="+mn-lt"/>
                <a:cs typeface="+mn-lt"/>
              </a:rPr>
              <a:t> szekció az oldal leglátványosabb része.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Ebben található: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egy nagy háttérkép,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a „TOP 10 FILM 2025-BEN” felirat.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A </a:t>
            </a:r>
            <a:r>
              <a:rPr lang="hu-HU" dirty="0" err="1">
                <a:ea typeface="+mn-lt"/>
                <a:cs typeface="+mn-lt"/>
              </a:rPr>
              <a:t>hero</a:t>
            </a:r>
            <a:r>
              <a:rPr lang="hu-HU" dirty="0">
                <a:ea typeface="+mn-lt"/>
                <a:cs typeface="+mn-lt"/>
              </a:rPr>
              <a:t> rész feladata az, hogy azonnal felkeltse a látogatók figyelmét.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A nagy méretű kép és a feltűnő cím modern megjelenést kölcsönöz a weboldalnak.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Ez az első elem, amellyel a felhasználó találkozik, ezért fontos szerepet játszik az első benyomás kialakításában.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0547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B01324-6DFE-A604-5C52-8F9433A4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Kategóriák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C365F3-0ABB-43C2-48F7-61E6D6642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52646" cy="38481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 sz="1900" dirty="0">
                <a:ea typeface="+mn-lt"/>
                <a:cs typeface="+mn-lt"/>
              </a:rPr>
              <a:t>A weboldalon négy fő kategória található: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Akció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Horror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Vígjáték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Sci-fi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kategóriák segítségével a látogatók gyorsan áttekinthetik a különböző műfajokat.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kategóriaelemekre mutatva a háttér színe megváltozik.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Ezt </a:t>
            </a:r>
            <a:r>
              <a:rPr lang="hu-HU" sz="1900" dirty="0" err="1">
                <a:ea typeface="+mn-lt"/>
                <a:cs typeface="+mn-lt"/>
              </a:rPr>
              <a:t>hover</a:t>
            </a:r>
            <a:r>
              <a:rPr lang="hu-HU" sz="1900" dirty="0">
                <a:ea typeface="+mn-lt"/>
                <a:cs typeface="+mn-lt"/>
              </a:rPr>
              <a:t> effektnek nevezzük.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Az ilyen apró animációk modernebbé és interaktívabbá teszik a weboldalt.</a:t>
            </a:r>
            <a:endParaRPr lang="hu-HU" sz="19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218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032340-1C1F-E8AB-E110-F8DFA5AD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Filmkártyák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A493B6-D6E6-785D-DEEE-32D4E5D6F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hu-HU" sz="1900" dirty="0">
                <a:ea typeface="+mn-lt"/>
                <a:cs typeface="+mn-lt"/>
              </a:rPr>
              <a:t>A weboldal legfontosabb része a filmkártyákból álló szakasz.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Minden filmkártya tartalmaz: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egy képet,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film címét,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megjelenés évét,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egy értékelést csillagokkal,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egy gombot.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kártyák használata azért előnyös, mert egyszerre sok információt lehet megjeleníteni rendezett formában.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felhasználó gyorsan áttekintheti az ajánlatokat.</a:t>
            </a:r>
            <a:endParaRPr lang="hu-HU" sz="19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6642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5C7481-4B68-0078-C9D1-775045EE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Bemutatott filmek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9F556E-4F55-0D11-D101-21B31F991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817846" cy="42545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1600" dirty="0">
                <a:ea typeface="+mn-lt"/>
                <a:cs typeface="+mn-lt"/>
              </a:rPr>
              <a:t>A weboldalon összesen tíz film szerepel.</a:t>
            </a:r>
            <a:endParaRPr lang="hu-HU" sz="1600" dirty="0"/>
          </a:p>
          <a:p>
            <a:r>
              <a:rPr lang="hu-HU" sz="1600" dirty="0">
                <a:ea typeface="+mn-lt"/>
                <a:cs typeface="+mn-lt"/>
              </a:rPr>
              <a:t>Például:</a:t>
            </a:r>
            <a:endParaRPr lang="hu-HU" sz="1600" dirty="0"/>
          </a:p>
          <a:p>
            <a:r>
              <a:rPr lang="hu-HU" sz="1600" dirty="0">
                <a:ea typeface="+mn-lt"/>
                <a:cs typeface="+mn-lt"/>
              </a:rPr>
              <a:t>Dűne </a:t>
            </a:r>
            <a:endParaRPr lang="hu-HU" sz="1600" dirty="0"/>
          </a:p>
          <a:p>
            <a:r>
              <a:rPr lang="hu-HU" sz="1600" dirty="0">
                <a:ea typeface="+mn-lt"/>
                <a:cs typeface="+mn-lt"/>
              </a:rPr>
              <a:t>Oppenheimer </a:t>
            </a:r>
            <a:endParaRPr lang="hu-HU" sz="1600" dirty="0"/>
          </a:p>
          <a:p>
            <a:r>
              <a:rPr lang="hu-HU" sz="1600" dirty="0">
                <a:ea typeface="+mn-lt"/>
                <a:cs typeface="+mn-lt"/>
              </a:rPr>
              <a:t>John </a:t>
            </a:r>
            <a:r>
              <a:rPr lang="hu-HU" sz="1600" dirty="0" err="1">
                <a:ea typeface="+mn-lt"/>
                <a:cs typeface="+mn-lt"/>
              </a:rPr>
              <a:t>Wick</a:t>
            </a:r>
            <a:r>
              <a:rPr lang="hu-HU" sz="1600" dirty="0">
                <a:ea typeface="+mn-lt"/>
                <a:cs typeface="+mn-lt"/>
              </a:rPr>
              <a:t> </a:t>
            </a:r>
            <a:endParaRPr lang="hu-HU" sz="1600" dirty="0"/>
          </a:p>
          <a:p>
            <a:r>
              <a:rPr lang="hu-HU" sz="1600" dirty="0">
                <a:ea typeface="+mn-lt"/>
                <a:cs typeface="+mn-lt"/>
              </a:rPr>
              <a:t>Avatar </a:t>
            </a:r>
            <a:endParaRPr lang="hu-HU" sz="1600" dirty="0"/>
          </a:p>
          <a:p>
            <a:r>
              <a:rPr lang="hu-HU" sz="1600" dirty="0" err="1">
                <a:ea typeface="+mn-lt"/>
                <a:cs typeface="+mn-lt"/>
              </a:rPr>
              <a:t>Avengers</a:t>
            </a:r>
            <a:r>
              <a:rPr lang="hu-HU" sz="1600" dirty="0">
                <a:ea typeface="+mn-lt"/>
                <a:cs typeface="+mn-lt"/>
              </a:rPr>
              <a:t> </a:t>
            </a:r>
            <a:endParaRPr lang="hu-HU" sz="1600" dirty="0"/>
          </a:p>
          <a:p>
            <a:r>
              <a:rPr lang="hu-HU" sz="1600" dirty="0" err="1">
                <a:ea typeface="+mn-lt"/>
                <a:cs typeface="+mn-lt"/>
              </a:rPr>
              <a:t>Interstellar</a:t>
            </a:r>
            <a:r>
              <a:rPr lang="hu-HU" sz="1600" dirty="0">
                <a:ea typeface="+mn-lt"/>
                <a:cs typeface="+mn-lt"/>
              </a:rPr>
              <a:t> </a:t>
            </a:r>
            <a:endParaRPr lang="hu-HU" sz="1600" dirty="0"/>
          </a:p>
          <a:p>
            <a:r>
              <a:rPr lang="hu-HU" sz="1600" dirty="0">
                <a:ea typeface="+mn-lt"/>
                <a:cs typeface="+mn-lt"/>
              </a:rPr>
              <a:t>The Batman </a:t>
            </a:r>
            <a:endParaRPr lang="hu-HU" sz="1600" dirty="0"/>
          </a:p>
          <a:p>
            <a:r>
              <a:rPr lang="hu-HU" sz="1600" dirty="0" err="1">
                <a:ea typeface="+mn-lt"/>
                <a:cs typeface="+mn-lt"/>
              </a:rPr>
              <a:t>Midsommar</a:t>
            </a:r>
            <a:r>
              <a:rPr lang="hu-HU" sz="1600" dirty="0">
                <a:ea typeface="+mn-lt"/>
                <a:cs typeface="+mn-lt"/>
              </a:rPr>
              <a:t> </a:t>
            </a:r>
            <a:endParaRPr lang="hu-HU" sz="1600" dirty="0"/>
          </a:p>
          <a:p>
            <a:r>
              <a:rPr lang="hu-HU" sz="1600" dirty="0">
                <a:ea typeface="+mn-lt"/>
                <a:cs typeface="+mn-lt"/>
              </a:rPr>
              <a:t>A filmek különböző műfajokat képviselnek, így többféle érdeklődésű felhasználó számára is kínálnak ajánlatot.</a:t>
            </a:r>
            <a:endParaRPr lang="hu-HU" sz="16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36948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3B589E-00D0-064A-103F-07E562B8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Dizájn és színvilág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1DB3B2-942C-869A-B108-AA5BA9665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 sz="1900" dirty="0">
                <a:ea typeface="+mn-lt"/>
                <a:cs typeface="+mn-lt"/>
              </a:rPr>
              <a:t>A weboldal sötét témát használ.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főbb színek: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sötétkék háttér,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fekete elemek,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fehér szöveg,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piros kiemelések.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piros szín különösen fontos, mert kiemeli az fontosabb elemeket.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színvilágot részben a </a:t>
            </a:r>
            <a:r>
              <a:rPr lang="hu-HU" sz="1900" dirty="0" err="1">
                <a:ea typeface="+mn-lt"/>
                <a:cs typeface="+mn-lt"/>
              </a:rPr>
              <a:t>Netflix</a:t>
            </a:r>
            <a:r>
              <a:rPr lang="hu-HU" sz="1900" dirty="0">
                <a:ea typeface="+mn-lt"/>
                <a:cs typeface="+mn-lt"/>
              </a:rPr>
              <a:t> és más streaming platformok inspirálták.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sötét háttér miatt a képek és a szövegek jobban kiemelkednek.</a:t>
            </a:r>
            <a:endParaRPr lang="hu-HU" sz="19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1666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88D0E8-8DBE-9814-D264-34BFF7F7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CSS használata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5C3EA4-87CF-4314-2C2C-3F5010D6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603499"/>
            <a:ext cx="9428379" cy="410210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hu-HU" sz="7200" dirty="0">
                <a:ea typeface="+mn-lt"/>
                <a:cs typeface="+mn-lt"/>
              </a:rPr>
              <a:t>A weboldal megjelenését CSS segítségével alakítottuk ki.</a:t>
            </a:r>
            <a:endParaRPr lang="hu-HU" sz="7200" dirty="0"/>
          </a:p>
          <a:p>
            <a:r>
              <a:rPr lang="hu-HU" sz="7200" dirty="0">
                <a:ea typeface="+mn-lt"/>
                <a:cs typeface="+mn-lt"/>
              </a:rPr>
              <a:t>A CSS feladata:</a:t>
            </a:r>
            <a:endParaRPr lang="hu-HU" sz="7200" dirty="0"/>
          </a:p>
          <a:p>
            <a:r>
              <a:rPr lang="hu-HU" sz="7200" dirty="0">
                <a:ea typeface="+mn-lt"/>
                <a:cs typeface="+mn-lt"/>
              </a:rPr>
              <a:t>színek beállítása, </a:t>
            </a:r>
            <a:endParaRPr lang="hu-HU" sz="7200" dirty="0"/>
          </a:p>
          <a:p>
            <a:r>
              <a:rPr lang="hu-HU" sz="7200" dirty="0">
                <a:ea typeface="+mn-lt"/>
                <a:cs typeface="+mn-lt"/>
              </a:rPr>
              <a:t>betűtípusok megadása, </a:t>
            </a:r>
            <a:endParaRPr lang="hu-HU" sz="7200" dirty="0"/>
          </a:p>
          <a:p>
            <a:r>
              <a:rPr lang="hu-HU" sz="7200" dirty="0">
                <a:ea typeface="+mn-lt"/>
                <a:cs typeface="+mn-lt"/>
              </a:rPr>
              <a:t>animációk létrehozása, </a:t>
            </a:r>
            <a:endParaRPr lang="hu-HU" sz="7200" dirty="0"/>
          </a:p>
          <a:p>
            <a:r>
              <a:rPr lang="hu-HU" sz="7200" dirty="0">
                <a:ea typeface="+mn-lt"/>
                <a:cs typeface="+mn-lt"/>
              </a:rPr>
              <a:t>elrendezés kialakítása. </a:t>
            </a:r>
            <a:endParaRPr lang="hu-HU" sz="7200" dirty="0"/>
          </a:p>
          <a:p>
            <a:r>
              <a:rPr lang="hu-HU" sz="7200" dirty="0">
                <a:ea typeface="+mn-lt"/>
                <a:cs typeface="+mn-lt"/>
              </a:rPr>
              <a:t>Használt elemek:</a:t>
            </a:r>
            <a:endParaRPr lang="hu-HU" sz="7200" dirty="0"/>
          </a:p>
          <a:p>
            <a:r>
              <a:rPr lang="hu-HU" sz="7200" dirty="0" err="1">
                <a:ea typeface="+mn-lt"/>
                <a:cs typeface="+mn-lt"/>
              </a:rPr>
              <a:t>Border-radius</a:t>
            </a:r>
            <a:r>
              <a:rPr lang="hu-HU" sz="7200" dirty="0">
                <a:ea typeface="+mn-lt"/>
                <a:cs typeface="+mn-lt"/>
              </a:rPr>
              <a:t> </a:t>
            </a:r>
            <a:endParaRPr lang="hu-HU" sz="7200" dirty="0"/>
          </a:p>
          <a:p>
            <a:r>
              <a:rPr lang="hu-HU" sz="7200" dirty="0" err="1">
                <a:ea typeface="+mn-lt"/>
                <a:cs typeface="+mn-lt"/>
              </a:rPr>
              <a:t>Hover</a:t>
            </a:r>
            <a:r>
              <a:rPr lang="hu-HU" sz="7200" dirty="0">
                <a:ea typeface="+mn-lt"/>
                <a:cs typeface="+mn-lt"/>
              </a:rPr>
              <a:t> effektek </a:t>
            </a:r>
            <a:endParaRPr lang="hu-HU" sz="7200" dirty="0"/>
          </a:p>
          <a:p>
            <a:r>
              <a:rPr lang="hu-HU" sz="7200" dirty="0" err="1">
                <a:ea typeface="+mn-lt"/>
                <a:cs typeface="+mn-lt"/>
              </a:rPr>
              <a:t>Grid</a:t>
            </a:r>
            <a:r>
              <a:rPr lang="hu-HU" sz="7200" dirty="0">
                <a:ea typeface="+mn-lt"/>
                <a:cs typeface="+mn-lt"/>
              </a:rPr>
              <a:t> rendszer </a:t>
            </a:r>
            <a:endParaRPr lang="hu-HU" sz="7200" dirty="0"/>
          </a:p>
          <a:p>
            <a:r>
              <a:rPr lang="hu-HU" sz="7200" dirty="0" err="1">
                <a:ea typeface="+mn-lt"/>
                <a:cs typeface="+mn-lt"/>
              </a:rPr>
              <a:t>Transition</a:t>
            </a:r>
            <a:r>
              <a:rPr lang="hu-HU" sz="7200" dirty="0">
                <a:ea typeface="+mn-lt"/>
                <a:cs typeface="+mn-lt"/>
              </a:rPr>
              <a:t> animációk </a:t>
            </a:r>
            <a:endParaRPr lang="hu-HU" sz="7200" dirty="0"/>
          </a:p>
          <a:p>
            <a:r>
              <a:rPr lang="hu-HU" sz="7200" dirty="0">
                <a:ea typeface="+mn-lt"/>
                <a:cs typeface="+mn-lt"/>
              </a:rPr>
              <a:t>Ezek modernebbé és esztétikusabbá teszik az oldalt</a:t>
            </a:r>
            <a:endParaRPr lang="hu-HU" sz="72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426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D3A476-A92D-1341-CCD9-3DE508D4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Reszponzív elrendezés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E609C4D-C5AE-A752-64F4-06806A4DF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A filmek megjelenítéséhez CSS </a:t>
            </a:r>
            <a:r>
              <a:rPr lang="hu-HU" dirty="0" err="1">
                <a:ea typeface="+mn-lt"/>
                <a:cs typeface="+mn-lt"/>
              </a:rPr>
              <a:t>Grid</a:t>
            </a:r>
            <a:r>
              <a:rPr lang="hu-HU" dirty="0">
                <a:ea typeface="+mn-lt"/>
                <a:cs typeface="+mn-lt"/>
              </a:rPr>
              <a:t> rendszert használtam.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A </a:t>
            </a:r>
            <a:r>
              <a:rPr lang="hu-HU" dirty="0" err="1">
                <a:ea typeface="+mn-lt"/>
                <a:cs typeface="+mn-lt"/>
              </a:rPr>
              <a:t>Grid</a:t>
            </a:r>
            <a:r>
              <a:rPr lang="hu-HU" dirty="0">
                <a:ea typeface="+mn-lt"/>
                <a:cs typeface="+mn-lt"/>
              </a:rPr>
              <a:t> előnyei: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automatikusan rendezi az elemeket,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alkalmazkodik a képernyő méretéhez,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áttekinthetőbb megjelenést biztosít.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Ez különösen fontos napjainkban, mert sok felhasználó telefonról vagy tabletről böngészi az internetet.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88791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E73603-5B97-CBB5-F163-7E12B3D0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Továbbfejlesztési lehetőségek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B4DAA2-1C3F-62AB-C5E2-B4F0335E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A weboldal a jövőben több funkcióval is bővíthető lenne.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Például: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keresősáv,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felhasználói fiókok,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kedvencek lista,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részletes filmleírások.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Ezekkel a fejlesztésekkel a weboldal még hasznosabb és professzionálisabb lehetne.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6765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6C3858-0520-99AA-735D-C787582B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80577B-2925-0911-802B-B7F657FB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hu-HU" sz="1900" dirty="0">
                <a:ea typeface="+mn-lt"/>
                <a:cs typeface="+mn-lt"/>
              </a:rPr>
              <a:t>A projekt során egy modern film- és sorozatajánló weboldalt készítettünk.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munka során HTML és CSS segítségével alakítottuk ki: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navigációt,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kategóriákat,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filmkártyákat,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színvilágot,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az animációkat. </a:t>
            </a:r>
            <a:endParaRPr lang="hu-HU" sz="1900" dirty="0"/>
          </a:p>
          <a:p>
            <a:r>
              <a:rPr lang="hu-HU" sz="1900" dirty="0">
                <a:ea typeface="+mn-lt"/>
                <a:cs typeface="+mn-lt"/>
              </a:rPr>
              <a:t>A projekt segítségével gyakoroltuk a webfejlesztés alapjait, valamint megtanultam, hogyan lehet egy esztétikus és felhasználóbarát weboldalt létrehozni.</a:t>
            </a:r>
            <a:endParaRPr lang="hu-HU" sz="19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81617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640</Words>
  <Application>Microsoft Office PowerPoint</Application>
  <PresentationFormat>Szélesvásznú</PresentationFormat>
  <Paragraphs>118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Film és Sorozat Ajánló Weboldal</vt:lpstr>
      <vt:lpstr>A projekt bemutatása</vt:lpstr>
      <vt:lpstr>A weboldal felépítése</vt:lpstr>
      <vt:lpstr>A fejléc</vt:lpstr>
      <vt:lpstr>Hero szekció</vt:lpstr>
      <vt:lpstr>Kategóriák</vt:lpstr>
      <vt:lpstr>Filmkártyák</vt:lpstr>
      <vt:lpstr>Bemutatott filmek</vt:lpstr>
      <vt:lpstr>Dizájn és színvilág</vt:lpstr>
      <vt:lpstr>CSS használata</vt:lpstr>
      <vt:lpstr>Reszponzív elrendezés</vt:lpstr>
      <vt:lpstr>Továbbfejlesztési lehetőségek</vt:lpstr>
      <vt:lpstr>Összegzés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Juhász Ágota</dc:creator>
  <cp:lastModifiedBy>Juhász Ágota</cp:lastModifiedBy>
  <cp:revision>7</cp:revision>
  <dcterms:created xsi:type="dcterms:W3CDTF">2026-05-31T19:42:26Z</dcterms:created>
  <dcterms:modified xsi:type="dcterms:W3CDTF">2026-05-31T20:28:05Z</dcterms:modified>
</cp:coreProperties>
</file>